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a4ec9764784aa8" /><Relationship Type="http://schemas.openxmlformats.org/officeDocument/2006/relationships/extended-properties" Target="/docProps/app.xml" Id="R7dcdd06f531247e2" /><Relationship Type="http://schemas.openxmlformats.org/officeDocument/2006/relationships/officeDocument" Target="/ppt/presentation.xml" Id="R2586761ae8e844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7b936292184e5c"/>
  </p:sldMasterIdLst>
  <p:notesMasterIdLst>
    <p:notesMasterId xmlns:r="http://schemas.openxmlformats.org/officeDocument/2006/relationships" r:id="Rea1758a4928b4bd3"/>
  </p:notesMasterIdLst>
  <p:sldIdLst>
    <p:sldId xmlns:r="http://schemas.openxmlformats.org/officeDocument/2006/relationships" id="256" r:id="R42b3b1adfdfe4af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b936292184e5c" /><Relationship Type="http://schemas.openxmlformats.org/officeDocument/2006/relationships/theme" Target="/ppt/theme/theme1.xml" Id="R0998af940caf43bd" /><Relationship Type="http://schemas.openxmlformats.org/officeDocument/2006/relationships/notesMaster" Target="/ppt/notesMasters/notesMaster1.xml" Id="Rea1758a4928b4bd3" /><Relationship Type="http://schemas.openxmlformats.org/officeDocument/2006/relationships/presProps" Target="/ppt/presProps.xml" Id="Ra311499b324d4f41" /><Relationship Type="http://schemas.openxmlformats.org/officeDocument/2006/relationships/viewProps" Target="/ppt/viewProps.xml" Id="Rf769589a7e064dc0" /><Relationship Type="http://schemas.openxmlformats.org/officeDocument/2006/relationships/tableStyles" Target="/ppt/tableStyles.xml" Id="R8fe54a9c45da4140" /><Relationship Type="http://schemas.openxmlformats.org/officeDocument/2006/relationships/slide" Target="/ppt/slides/slide1.xml" Id="R42b3b1adfdfe4a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c6a9bfbb55045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4e8326f1844c1d" /><Relationship Type="http://schemas.openxmlformats.org/officeDocument/2006/relationships/notesMaster" Target="/ppt/notesMasters/notesMaster1.xml" Id="R8d49f0c9385a47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07e0d63b540e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fa7305cb900462a" /><Relationship Type="http://schemas.openxmlformats.org/officeDocument/2006/relationships/slideLayout" Target="/ppt/slideLayouts/slideLayout2.xml" Id="Rbb03eac7880644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3eac7880644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da94f42375499b" /><Relationship Type="http://schemas.openxmlformats.org/officeDocument/2006/relationships/notesSlide" Target="/ppt/notesSlides/notesSlide1.xml" Id="R93453c72e41840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B6D177A-1C06-4A74-8785-C561D2FF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F2933"/>
                </a:solidFill>
              </a:defRPr>
            </a:pPr>
            <a:r>
              <a:rPr sz="4800" b="1">
                <a:solidFill>
                  <a:srgbClr val="1F2933"/>
                </a:solidFill>
              </a:rPr>
              <a:t>Cuckoo Search via Levy Flights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EA547F-7F16-406B-B105-DAC4EC7A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676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F6368"/>
                </a:solidFill>
              </a:defRPr>
            </a:pPr>
            <a:r>
              <a:rPr sz="2400">
                <a:solidFill>
                  <a:srgbClr val="5F6368"/>
                </a:solidFill>
              </a:rPr>
              <a:t>Test export</a:t>
            </a:r>
          </a:p>
        </p:txBody>
      </p:sp>
    </p:spTree>
    <p:extLst>
      <p:ext uri="{BB962C8B-B14F-4D97-AF65-F5344CB8AC3E}">
        <p14:creationId xmlns:p14="http://schemas.microsoft.com/office/powerpoint/2010/main" val="848749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2026-05-02T13:40:36.1820000Z</dcterms:created>
  <dcterms:modified xsi:type="dcterms:W3CDTF">2026-05-02T13:40:36.1820000Z</dcterms:modified>
</coreProperties>
</file>